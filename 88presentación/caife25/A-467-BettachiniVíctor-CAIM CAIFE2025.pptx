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4.xml" ContentType="application/vnd.openxmlformats-officedocument.presentationml.notesSlide+xml"/>
  <Override PartName="/ppt/notesMasters/notesMaster1.xml" ContentType="application/vnd.openxmlformats-officedocument.presentationml.notesMaster+xml"/>
  <Override PartName="/ppt/slideMasters/slideMaster2.xml" ContentType="application/vnd.openxmlformats-officedocument.presentationml.slideMaster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s/slide3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embedTrueTypeFonts="1" saveSubsetFonts="1" strictFirstAndLastChars="0">
  <p:sldMasterIdLst>
    <p:sldMasterId id="2147483648" r:id="rId1"/>
    <p:sldMasterId id="2147483651" r:id="rId2"/>
  </p:sldMasterIdLst>
  <p:notesMasterIdLst>
    <p:notesMasterId r:id="rId10"/>
  </p:notesMasterIdLst>
  <p:sldIdLst>
    <p:sldId id="256" r:id="rId6"/>
    <p:sldId id="257" r:id="rId7"/>
    <p:sldId id="258" r:id="rId8"/>
    <p:sldId id="259" r:id="rId9"/>
  </p:sldIdLst>
  <p:sldSz cx="24384000" cy="13716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42" d="100"/>
          <a:sy n="42" d="100"/>
        </p:scale>
        <p:origin x="-780" y="-132"/>
      </p:cViewPr>
      <p:guideLst>
        <p:guide pos="4320" orient="horz"/>
        <p:guide pos="7680"/>
      </p:guideLst>
    </p:cSldViewPr>
  </p:slideViewPr>
  <p:gridSpacing cx="73736200" cy="7373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theme" Target="theme/theme1.xml"/><Relationship Id="rId4" Type="http://schemas.openxmlformats.org/officeDocument/2006/relationships/theme" Target="theme/theme2.xml"/><Relationship Id="rId5" Type="http://schemas.openxmlformats.org/officeDocument/2006/relationships/theme" Target="theme/theme3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Pr shadeToTitle="0">
        <a:solidFill>
          <a:srgbClr val="00000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1248579" name="Google Shape;3;n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2427409" name="Google Shape;4;n"/>
          <p:cNvSpPr txBox="1">
            <a:spLocks noGrp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660103" name="Google Shape;46;p1:notes"/>
          <p:cNvSpPr txBox="1">
            <a:spLocks noGrp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pPr>
            <a:endParaRPr/>
          </a:p>
        </p:txBody>
      </p:sp>
      <p:sp>
        <p:nvSpPr>
          <p:cNvPr id="243716761" name="Google Shape;47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23C0561-FF2A-90E8-B74D-39EB233DB2F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D131AA-8094-5082-2A02-DB36EAC3D75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0353016" name="Google Shape;125;p18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87939319" name="Google Shape;126;p18:notes"/>
          <p:cNvSpPr txBox="1">
            <a:spLocks noGrp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lank Slide with photo" preserve="0" showMasterPhAnim="0" showMasterSp="1" userDrawn="1">
  <p:cSld name="Blank Slide with phot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3748302" name="Google Shape;10;p11"/>
          <p:cNvSpPr>
            <a:spLocks noGrp="1"/>
          </p:cNvSpPr>
          <p:nvPr>
            <p:ph type="pic" idx="2"/>
          </p:nvPr>
        </p:nvSpPr>
        <p:spPr bwMode="auto">
          <a:xfrm>
            <a:off x="3810327" y="3676275"/>
            <a:ext cx="2437746" cy="2383865"/>
          </a:xfrm>
          <a:prstGeom prst="rect">
            <a:avLst/>
          </a:prstGeom>
          <a:solidFill>
            <a:srgbClr val="88898C"/>
          </a:solidFill>
          <a:ln>
            <a:noFill/>
          </a:ln>
        </p:spPr>
      </p:sp>
      <p:sp>
        <p:nvSpPr>
          <p:cNvPr id="1973791716" name="Google Shape;11;p11"/>
          <p:cNvSpPr>
            <a:spLocks noGrp="1"/>
          </p:cNvSpPr>
          <p:nvPr>
            <p:ph type="pic" idx="3"/>
          </p:nvPr>
        </p:nvSpPr>
        <p:spPr bwMode="auto">
          <a:xfrm>
            <a:off x="7391727" y="3676275"/>
            <a:ext cx="2437746" cy="2383865"/>
          </a:xfrm>
          <a:prstGeom prst="rect">
            <a:avLst/>
          </a:prstGeom>
          <a:solidFill>
            <a:srgbClr val="88898C"/>
          </a:solidFill>
          <a:ln>
            <a:noFill/>
          </a:ln>
        </p:spPr>
      </p:sp>
      <p:sp>
        <p:nvSpPr>
          <p:cNvPr id="551370416" name="Google Shape;12;p11"/>
          <p:cNvSpPr>
            <a:spLocks noGrp="1"/>
          </p:cNvSpPr>
          <p:nvPr>
            <p:ph type="pic" idx="4"/>
          </p:nvPr>
        </p:nvSpPr>
        <p:spPr bwMode="auto">
          <a:xfrm>
            <a:off x="10973127" y="3676275"/>
            <a:ext cx="2437746" cy="2383865"/>
          </a:xfrm>
          <a:prstGeom prst="rect">
            <a:avLst/>
          </a:prstGeom>
          <a:solidFill>
            <a:srgbClr val="88898C"/>
          </a:solidFill>
          <a:ln>
            <a:noFill/>
          </a:ln>
        </p:spPr>
      </p:sp>
      <p:sp>
        <p:nvSpPr>
          <p:cNvPr id="1689405595" name="Google Shape;13;p11"/>
          <p:cNvSpPr>
            <a:spLocks noGrp="1"/>
          </p:cNvSpPr>
          <p:nvPr>
            <p:ph type="pic" idx="5"/>
          </p:nvPr>
        </p:nvSpPr>
        <p:spPr bwMode="auto">
          <a:xfrm>
            <a:off x="14554527" y="3676275"/>
            <a:ext cx="2437746" cy="2383865"/>
          </a:xfrm>
          <a:prstGeom prst="rect">
            <a:avLst/>
          </a:prstGeom>
          <a:solidFill>
            <a:srgbClr val="88898C"/>
          </a:solidFill>
          <a:ln>
            <a:noFill/>
          </a:ln>
        </p:spPr>
      </p:sp>
      <p:sp>
        <p:nvSpPr>
          <p:cNvPr id="1931652640" name="Google Shape;14;p11"/>
          <p:cNvSpPr>
            <a:spLocks noGrp="1"/>
          </p:cNvSpPr>
          <p:nvPr>
            <p:ph type="pic" idx="6"/>
          </p:nvPr>
        </p:nvSpPr>
        <p:spPr bwMode="auto">
          <a:xfrm>
            <a:off x="18135927" y="3676275"/>
            <a:ext cx="2437746" cy="2383865"/>
          </a:xfrm>
          <a:prstGeom prst="rect">
            <a:avLst/>
          </a:prstGeom>
          <a:solidFill>
            <a:srgbClr val="88898C"/>
          </a:solidFill>
          <a:ln>
            <a:noFill/>
          </a:ln>
        </p:spPr>
      </p:sp>
      <p:sp>
        <p:nvSpPr>
          <p:cNvPr id="2057407866" name="Google Shape;15;p11"/>
          <p:cNvSpPr>
            <a:spLocks noGrp="1"/>
          </p:cNvSpPr>
          <p:nvPr>
            <p:ph type="pic" idx="7"/>
          </p:nvPr>
        </p:nvSpPr>
        <p:spPr bwMode="auto">
          <a:xfrm>
            <a:off x="3810327" y="7118349"/>
            <a:ext cx="2437746" cy="2383865"/>
          </a:xfrm>
          <a:prstGeom prst="rect">
            <a:avLst/>
          </a:prstGeom>
          <a:solidFill>
            <a:srgbClr val="88898C"/>
          </a:solidFill>
          <a:ln>
            <a:noFill/>
          </a:ln>
        </p:spPr>
      </p:sp>
      <p:sp>
        <p:nvSpPr>
          <p:cNvPr id="9556665" name="Google Shape;16;p11"/>
          <p:cNvSpPr>
            <a:spLocks noGrp="1"/>
          </p:cNvSpPr>
          <p:nvPr>
            <p:ph type="pic" idx="8"/>
          </p:nvPr>
        </p:nvSpPr>
        <p:spPr bwMode="auto">
          <a:xfrm>
            <a:off x="7391727" y="7118349"/>
            <a:ext cx="2437746" cy="2383865"/>
          </a:xfrm>
          <a:prstGeom prst="rect">
            <a:avLst/>
          </a:prstGeom>
          <a:solidFill>
            <a:srgbClr val="88898C"/>
          </a:solidFill>
          <a:ln>
            <a:noFill/>
          </a:ln>
        </p:spPr>
      </p:sp>
      <p:sp>
        <p:nvSpPr>
          <p:cNvPr id="266311818" name="Google Shape;17;p11"/>
          <p:cNvSpPr>
            <a:spLocks noGrp="1"/>
          </p:cNvSpPr>
          <p:nvPr>
            <p:ph type="pic" idx="9"/>
          </p:nvPr>
        </p:nvSpPr>
        <p:spPr bwMode="auto">
          <a:xfrm>
            <a:off x="10973127" y="7118349"/>
            <a:ext cx="2437746" cy="2383865"/>
          </a:xfrm>
          <a:prstGeom prst="rect">
            <a:avLst/>
          </a:prstGeom>
          <a:solidFill>
            <a:srgbClr val="88898C"/>
          </a:solidFill>
          <a:ln>
            <a:noFill/>
          </a:ln>
        </p:spPr>
      </p:sp>
      <p:sp>
        <p:nvSpPr>
          <p:cNvPr id="239443862" name="Google Shape;18;p11"/>
          <p:cNvSpPr>
            <a:spLocks noGrp="1"/>
          </p:cNvSpPr>
          <p:nvPr>
            <p:ph type="pic" idx="13"/>
          </p:nvPr>
        </p:nvSpPr>
        <p:spPr bwMode="auto">
          <a:xfrm>
            <a:off x="14554527" y="7118349"/>
            <a:ext cx="2437746" cy="2383865"/>
          </a:xfrm>
          <a:prstGeom prst="rect">
            <a:avLst/>
          </a:prstGeom>
          <a:solidFill>
            <a:srgbClr val="88898C"/>
          </a:solidFill>
          <a:ln>
            <a:noFill/>
          </a:ln>
        </p:spPr>
      </p:sp>
      <p:sp>
        <p:nvSpPr>
          <p:cNvPr id="531559178" name="Google Shape;19;p11"/>
          <p:cNvSpPr>
            <a:spLocks noGrp="1"/>
          </p:cNvSpPr>
          <p:nvPr>
            <p:ph type="pic" idx="14"/>
          </p:nvPr>
        </p:nvSpPr>
        <p:spPr bwMode="auto">
          <a:xfrm>
            <a:off x="18135927" y="7118349"/>
            <a:ext cx="2437746" cy="2383865"/>
          </a:xfrm>
          <a:prstGeom prst="rect">
            <a:avLst/>
          </a:prstGeom>
          <a:solidFill>
            <a:srgbClr val="88898C"/>
          </a:solidFill>
          <a:ln>
            <a:noFill/>
          </a:ln>
        </p:spPr>
      </p:sp>
      <p:sp>
        <p:nvSpPr>
          <p:cNvPr id="500906084" name="Google Shape;20;p11"/>
          <p:cNvSpPr txBox="1">
            <a:spLocks noGrp="1"/>
          </p:cNvSpPr>
          <p:nvPr>
            <p:ph type="sldNum" idx="12"/>
          </p:nvPr>
        </p:nvSpPr>
        <p:spPr bwMode="auto">
          <a:xfrm>
            <a:off x="11958637" y="13081000"/>
            <a:ext cx="454025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userDrawn="1">
  <p:cSld name="Título y objeto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5946615" name="1 Título"/>
          <p:cNvSpPr>
            <a:spLocks noGrp="1"/>
          </p:cNvSpPr>
          <p:nvPr>
            <p:ph type="title"/>
          </p:nvPr>
        </p:nvSpPr>
        <p:spPr bwMode="auto">
          <a:xfrm>
            <a:off x="286678" y="233264"/>
            <a:ext cx="23810645" cy="144000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rIns="288000">
            <a:noAutofit/>
          </a:bodyPr>
          <a:lstStyle>
            <a:lvl1pPr algn="r">
              <a:defRPr sz="7200" b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1373844397" name="5 Marcador de número de diapositiva"/>
          <p:cNvSpPr>
            <a:spLocks noGrp="1"/>
          </p:cNvSpPr>
          <p:nvPr>
            <p:ph type="sldNum" sz="quarter" idx="12"/>
          </p:nvPr>
        </p:nvSpPr>
        <p:spPr bwMode="auto">
          <a:xfrm>
            <a:off x="22369131" y="12985751"/>
            <a:ext cx="1920213" cy="441146"/>
          </a:xfrm>
        </p:spPr>
        <p:txBody>
          <a:bodyPr/>
          <a:lstStyle>
            <a:lvl1pPr>
              <a:defRPr sz="2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64CDC40-61EB-45D7-AE93-A1D4C2B46655}" type="slidenum">
              <a:rPr lang="es-AR"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lide + Number + Photo" preserve="0" showMasterPhAnim="0" showMasterSp="1" userDrawn="1">
  <p:cSld name="Slide + Number + Phot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6873722" name="Google Shape;34;p15"/>
          <p:cNvSpPr>
            <a:spLocks noGrp="1"/>
          </p:cNvSpPr>
          <p:nvPr>
            <p:ph type="pic" idx="2"/>
          </p:nvPr>
        </p:nvSpPr>
        <p:spPr bwMode="auto">
          <a:xfrm>
            <a:off x="3810327" y="3676275"/>
            <a:ext cx="2437746" cy="2383865"/>
          </a:xfrm>
          <a:prstGeom prst="rect">
            <a:avLst/>
          </a:prstGeom>
          <a:solidFill>
            <a:srgbClr val="88898C"/>
          </a:solidFill>
          <a:ln>
            <a:noFill/>
          </a:ln>
        </p:spPr>
      </p:sp>
      <p:sp>
        <p:nvSpPr>
          <p:cNvPr id="1778459701" name="Google Shape;35;p15"/>
          <p:cNvSpPr>
            <a:spLocks noGrp="1"/>
          </p:cNvSpPr>
          <p:nvPr>
            <p:ph type="pic" idx="3"/>
          </p:nvPr>
        </p:nvSpPr>
        <p:spPr bwMode="auto">
          <a:xfrm>
            <a:off x="7391727" y="3676275"/>
            <a:ext cx="2437746" cy="2383865"/>
          </a:xfrm>
          <a:prstGeom prst="rect">
            <a:avLst/>
          </a:prstGeom>
          <a:solidFill>
            <a:srgbClr val="88898C"/>
          </a:solidFill>
          <a:ln>
            <a:noFill/>
          </a:ln>
        </p:spPr>
      </p:sp>
      <p:sp>
        <p:nvSpPr>
          <p:cNvPr id="1156667225" name="Google Shape;36;p15"/>
          <p:cNvSpPr>
            <a:spLocks noGrp="1"/>
          </p:cNvSpPr>
          <p:nvPr>
            <p:ph type="pic" idx="4"/>
          </p:nvPr>
        </p:nvSpPr>
        <p:spPr bwMode="auto">
          <a:xfrm>
            <a:off x="10973127" y="3676275"/>
            <a:ext cx="2437746" cy="2383865"/>
          </a:xfrm>
          <a:prstGeom prst="rect">
            <a:avLst/>
          </a:prstGeom>
          <a:solidFill>
            <a:srgbClr val="88898C"/>
          </a:solidFill>
          <a:ln>
            <a:noFill/>
          </a:ln>
        </p:spPr>
      </p:sp>
      <p:sp>
        <p:nvSpPr>
          <p:cNvPr id="1728017343" name="Google Shape;37;p15"/>
          <p:cNvSpPr>
            <a:spLocks noGrp="1"/>
          </p:cNvSpPr>
          <p:nvPr>
            <p:ph type="pic" idx="5"/>
          </p:nvPr>
        </p:nvSpPr>
        <p:spPr bwMode="auto">
          <a:xfrm>
            <a:off x="14554527" y="3676275"/>
            <a:ext cx="2437746" cy="2383865"/>
          </a:xfrm>
          <a:prstGeom prst="rect">
            <a:avLst/>
          </a:prstGeom>
          <a:solidFill>
            <a:srgbClr val="88898C"/>
          </a:solidFill>
          <a:ln>
            <a:noFill/>
          </a:ln>
        </p:spPr>
      </p:sp>
      <p:sp>
        <p:nvSpPr>
          <p:cNvPr id="1863963136" name="Google Shape;38;p15"/>
          <p:cNvSpPr>
            <a:spLocks noGrp="1"/>
          </p:cNvSpPr>
          <p:nvPr>
            <p:ph type="pic" idx="6"/>
          </p:nvPr>
        </p:nvSpPr>
        <p:spPr bwMode="auto">
          <a:xfrm>
            <a:off x="18135927" y="3676275"/>
            <a:ext cx="2437746" cy="2383865"/>
          </a:xfrm>
          <a:prstGeom prst="rect">
            <a:avLst/>
          </a:prstGeom>
          <a:solidFill>
            <a:srgbClr val="88898C"/>
          </a:solidFill>
          <a:ln>
            <a:noFill/>
          </a:ln>
        </p:spPr>
      </p:sp>
      <p:sp>
        <p:nvSpPr>
          <p:cNvPr id="555685715" name="Google Shape;39;p15"/>
          <p:cNvSpPr>
            <a:spLocks noGrp="1"/>
          </p:cNvSpPr>
          <p:nvPr>
            <p:ph type="pic" idx="7"/>
          </p:nvPr>
        </p:nvSpPr>
        <p:spPr bwMode="auto">
          <a:xfrm>
            <a:off x="3810327" y="7118349"/>
            <a:ext cx="2437746" cy="2383865"/>
          </a:xfrm>
          <a:prstGeom prst="rect">
            <a:avLst/>
          </a:prstGeom>
          <a:solidFill>
            <a:srgbClr val="88898C"/>
          </a:solidFill>
          <a:ln>
            <a:noFill/>
          </a:ln>
        </p:spPr>
      </p:sp>
      <p:sp>
        <p:nvSpPr>
          <p:cNvPr id="84339831" name="Google Shape;40;p15"/>
          <p:cNvSpPr>
            <a:spLocks noGrp="1"/>
          </p:cNvSpPr>
          <p:nvPr>
            <p:ph type="pic" idx="8"/>
          </p:nvPr>
        </p:nvSpPr>
        <p:spPr bwMode="auto">
          <a:xfrm>
            <a:off x="7391727" y="7118349"/>
            <a:ext cx="2437746" cy="2383865"/>
          </a:xfrm>
          <a:prstGeom prst="rect">
            <a:avLst/>
          </a:prstGeom>
          <a:solidFill>
            <a:srgbClr val="88898C"/>
          </a:solidFill>
          <a:ln>
            <a:noFill/>
          </a:ln>
        </p:spPr>
      </p:sp>
      <p:sp>
        <p:nvSpPr>
          <p:cNvPr id="644269823" name="Google Shape;41;p15"/>
          <p:cNvSpPr>
            <a:spLocks noGrp="1"/>
          </p:cNvSpPr>
          <p:nvPr>
            <p:ph type="pic" idx="9"/>
          </p:nvPr>
        </p:nvSpPr>
        <p:spPr bwMode="auto">
          <a:xfrm>
            <a:off x="10973127" y="7118349"/>
            <a:ext cx="2437746" cy="2383865"/>
          </a:xfrm>
          <a:prstGeom prst="rect">
            <a:avLst/>
          </a:prstGeom>
          <a:solidFill>
            <a:srgbClr val="88898C"/>
          </a:solidFill>
          <a:ln>
            <a:noFill/>
          </a:ln>
        </p:spPr>
      </p:sp>
      <p:sp>
        <p:nvSpPr>
          <p:cNvPr id="651362489" name="Google Shape;42;p15"/>
          <p:cNvSpPr>
            <a:spLocks noGrp="1"/>
          </p:cNvSpPr>
          <p:nvPr>
            <p:ph type="pic" idx="13"/>
          </p:nvPr>
        </p:nvSpPr>
        <p:spPr bwMode="auto">
          <a:xfrm>
            <a:off x="14554527" y="7118349"/>
            <a:ext cx="2437746" cy="2383865"/>
          </a:xfrm>
          <a:prstGeom prst="rect">
            <a:avLst/>
          </a:prstGeom>
          <a:solidFill>
            <a:srgbClr val="88898C"/>
          </a:solidFill>
          <a:ln>
            <a:noFill/>
          </a:ln>
        </p:spPr>
      </p:sp>
      <p:sp>
        <p:nvSpPr>
          <p:cNvPr id="1694125016" name="Google Shape;43;p15"/>
          <p:cNvSpPr>
            <a:spLocks noGrp="1"/>
          </p:cNvSpPr>
          <p:nvPr>
            <p:ph type="pic" idx="14"/>
          </p:nvPr>
        </p:nvSpPr>
        <p:spPr bwMode="auto">
          <a:xfrm>
            <a:off x="18135927" y="7118349"/>
            <a:ext cx="2437746" cy="2383865"/>
          </a:xfrm>
          <a:prstGeom prst="rect">
            <a:avLst/>
          </a:prstGeom>
          <a:solidFill>
            <a:srgbClr val="88898C"/>
          </a:solidFill>
          <a:ln>
            <a:noFill/>
          </a:ln>
        </p:spPr>
      </p:sp>
      <p:sp>
        <p:nvSpPr>
          <p:cNvPr id="566817062" name="Google Shape;44;p15"/>
          <p:cNvSpPr txBox="1">
            <a:spLocks noGrp="1"/>
          </p:cNvSpPr>
          <p:nvPr>
            <p:ph type="sldNum" idx="12"/>
          </p:nvPr>
        </p:nvSpPr>
        <p:spPr bwMode="auto">
          <a:xfrm>
            <a:off x="22866350" y="795337"/>
            <a:ext cx="544512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AA3"/>
              </a:buClr>
              <a:buSzPts val="2000"/>
              <a:buFont typeface="Barlow"/>
              <a:buNone/>
              <a:defRPr sz="2000" b="0" i="0" u="none" strike="noStrike" cap="none">
                <a:solidFill>
                  <a:srgbClr val="8B9AA3"/>
                </a:solidFill>
                <a:latin typeface="Barlow"/>
                <a:ea typeface="Barlow"/>
                <a:cs typeface="Barlow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AA3"/>
              </a:buClr>
              <a:buSzPts val="2000"/>
              <a:buFont typeface="Barlow"/>
              <a:buNone/>
              <a:defRPr sz="2000" b="0" i="0" u="none" strike="noStrike" cap="none">
                <a:solidFill>
                  <a:srgbClr val="8B9AA3"/>
                </a:solidFill>
                <a:latin typeface="Barlow"/>
                <a:ea typeface="Barlow"/>
                <a:cs typeface="Barlow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AA3"/>
              </a:buClr>
              <a:buSzPts val="2000"/>
              <a:buFont typeface="Barlow"/>
              <a:buNone/>
              <a:defRPr sz="2000" b="0" i="0" u="none" strike="noStrike" cap="none">
                <a:solidFill>
                  <a:srgbClr val="8B9AA3"/>
                </a:solidFill>
                <a:latin typeface="Barlow"/>
                <a:ea typeface="Barlow"/>
                <a:cs typeface="Barlow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AA3"/>
              </a:buClr>
              <a:buSzPts val="2000"/>
              <a:buFont typeface="Barlow"/>
              <a:buNone/>
              <a:defRPr sz="2000" b="0" i="0" u="none" strike="noStrike" cap="none">
                <a:solidFill>
                  <a:srgbClr val="8B9AA3"/>
                </a:solidFill>
                <a:latin typeface="Barlow"/>
                <a:ea typeface="Barlow"/>
                <a:cs typeface="Barlow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AA3"/>
              </a:buClr>
              <a:buSzPts val="2000"/>
              <a:buFont typeface="Barlow"/>
              <a:buNone/>
              <a:defRPr sz="2000" b="0" i="0" u="none" strike="noStrike" cap="none">
                <a:solidFill>
                  <a:srgbClr val="8B9AA3"/>
                </a:solidFill>
                <a:latin typeface="Barlow"/>
                <a:ea typeface="Barlow"/>
                <a:cs typeface="Barlow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AA3"/>
              </a:buClr>
              <a:buSzPts val="2000"/>
              <a:buFont typeface="Barlow"/>
              <a:buNone/>
              <a:defRPr sz="2000" b="0" i="0" u="none" strike="noStrike" cap="none">
                <a:solidFill>
                  <a:srgbClr val="8B9AA3"/>
                </a:solidFill>
                <a:latin typeface="Barlow"/>
                <a:ea typeface="Barlow"/>
                <a:cs typeface="Barlow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AA3"/>
              </a:buClr>
              <a:buSzPts val="2000"/>
              <a:buFont typeface="Barlow"/>
              <a:buNone/>
              <a:defRPr sz="2000" b="0" i="0" u="none" strike="noStrike" cap="none">
                <a:solidFill>
                  <a:srgbClr val="8B9AA3"/>
                </a:solidFill>
                <a:latin typeface="Barlow"/>
                <a:ea typeface="Barlow"/>
                <a:cs typeface="Barlow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AA3"/>
              </a:buClr>
              <a:buSzPts val="2000"/>
              <a:buFont typeface="Barlow"/>
              <a:buNone/>
              <a:defRPr sz="2000" b="0" i="0" u="none" strike="noStrike" cap="none">
                <a:solidFill>
                  <a:srgbClr val="8B9AA3"/>
                </a:solidFill>
                <a:latin typeface="Barlow"/>
                <a:ea typeface="Barlow"/>
                <a:cs typeface="Barlow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AA3"/>
              </a:buClr>
              <a:buSzPts val="2000"/>
              <a:buFont typeface="Barlow"/>
              <a:buNone/>
              <a:defRPr sz="2000" b="0" i="0" u="none" strike="noStrike" cap="none">
                <a:solidFill>
                  <a:srgbClr val="8B9AA3"/>
                </a:solidFill>
                <a:latin typeface="Barlow"/>
                <a:ea typeface="Barlow"/>
                <a:cs typeface="Barlow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8130545" name="Google Shape;6;p10"/>
          <p:cNvSpPr txBox="1">
            <a:spLocks noGrp="1"/>
          </p:cNvSpPr>
          <p:nvPr>
            <p:ph type="title"/>
          </p:nvPr>
        </p:nvSpPr>
        <p:spPr bwMode="auto">
          <a:xfrm>
            <a:off x="1689100" y="355600"/>
            <a:ext cx="210058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sz="1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sz="1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sz="1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sz="1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446104402" name="Google Shape;7;p10"/>
          <p:cNvSpPr txBox="1">
            <a:spLocks noGrp="1"/>
          </p:cNvSpPr>
          <p:nvPr>
            <p:ph type="body" idx="1"/>
          </p:nvPr>
        </p:nvSpPr>
        <p:spPr bwMode="auto">
          <a:xfrm>
            <a:off x="1689100" y="3149600"/>
            <a:ext cx="21005800" cy="92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>
            <a:lvl1pPr marL="457200" marR="0" lvl="0" indent="-609600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  <a:lvl2pPr marL="914400" marR="0" lvl="1" indent="-609600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2pPr>
            <a:lvl3pPr marL="1371600" marR="0" lvl="2" indent="-609600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3pPr>
            <a:lvl4pPr marL="1828800" marR="0" lvl="3" indent="-609600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4pPr>
            <a:lvl5pPr marL="2286000" marR="0" lvl="4" indent="-609600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5pPr>
            <a:lvl6pPr marL="2743200" marR="0" lvl="5" indent="-609600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6pPr>
            <a:lvl7pPr marL="3200400" marR="0" lvl="6" indent="-609600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7pPr>
            <a:lvl8pPr marL="3657600" marR="0" lvl="7" indent="-609600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8pPr>
            <a:lvl9pPr marL="4114800" marR="0" lvl="8" indent="-609600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614339604" name="Google Shape;8;p10"/>
          <p:cNvSpPr txBox="1">
            <a:spLocks noGrp="1"/>
          </p:cNvSpPr>
          <p:nvPr>
            <p:ph type="sldNum" idx="12"/>
          </p:nvPr>
        </p:nvSpPr>
        <p:spPr bwMode="auto">
          <a:xfrm>
            <a:off x="11958637" y="13081000"/>
            <a:ext cx="454025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‹Nº›</a:t>
            </a:fld>
            <a:endParaRPr sz="1400">
              <a:latin typeface="Arial"/>
              <a:ea typeface="Arial"/>
              <a:cs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dt="0" ftr="0" hdr="0" sldNum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8853301" name="Google Shape;29;p14"/>
          <p:cNvSpPr txBox="1"/>
          <p:nvPr/>
        </p:nvSpPr>
        <p:spPr bwMode="auto">
          <a:xfrm>
            <a:off x="1009650" y="795337"/>
            <a:ext cx="33147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4863"/>
              </a:buClr>
              <a:buSzPts val="2000"/>
              <a:buFont typeface="Barlow"/>
              <a:buNone/>
              <a:defRPr/>
            </a:pPr>
            <a:r>
              <a:rPr lang="en-US" sz="2000" b="1" i="0" u="none" strike="noStrike" cap="none">
                <a:solidFill>
                  <a:srgbClr val="3B4863"/>
                </a:solidFill>
                <a:latin typeface="Barlow"/>
                <a:ea typeface="Barlow"/>
                <a:cs typeface="Barlow"/>
              </a:rPr>
              <a:t>BCS</a:t>
            </a:r>
            <a:r>
              <a:rPr lang="en-US" sz="2000" b="1" i="0" u="none" strike="noStrike" cap="none">
                <a:solidFill>
                  <a:srgbClr val="8B9AA3"/>
                </a:solidFill>
                <a:latin typeface="Barlow"/>
                <a:ea typeface="Barlow"/>
                <a:cs typeface="Barlow"/>
              </a:rPr>
              <a:t> </a:t>
            </a:r>
            <a:r>
              <a:rPr lang="en-US" sz="2000" b="0" i="0" u="none" strike="noStrike" cap="none">
                <a:solidFill>
                  <a:srgbClr val="8B9AA3"/>
                </a:solidFill>
                <a:latin typeface="Barlow"/>
                <a:ea typeface="Barlow"/>
                <a:cs typeface="Barlow"/>
              </a:rPr>
              <a:t>Presentation Template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13243194" name="Google Shape;30;p14"/>
          <p:cNvSpPr txBox="1">
            <a:spLocks noGrp="1"/>
          </p:cNvSpPr>
          <p:nvPr>
            <p:ph type="title"/>
          </p:nvPr>
        </p:nvSpPr>
        <p:spPr bwMode="auto">
          <a:xfrm>
            <a:off x="1689100" y="355600"/>
            <a:ext cx="210058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sz="1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sz="1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sz="1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sz="1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55971579" name="Google Shape;31;p14"/>
          <p:cNvSpPr txBox="1">
            <a:spLocks noGrp="1"/>
          </p:cNvSpPr>
          <p:nvPr>
            <p:ph type="body" idx="1"/>
          </p:nvPr>
        </p:nvSpPr>
        <p:spPr bwMode="auto">
          <a:xfrm>
            <a:off x="1689100" y="3149600"/>
            <a:ext cx="21005800" cy="92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>
            <a:lvl1pPr marL="457200" marR="0" lvl="0" indent="-609600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  <a:lvl2pPr marL="914400" marR="0" lvl="1" indent="-609600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2pPr>
            <a:lvl3pPr marL="1371600" marR="0" lvl="2" indent="-609600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3pPr>
            <a:lvl4pPr marL="1828800" marR="0" lvl="3" indent="-609600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4pPr>
            <a:lvl5pPr marL="2286000" marR="0" lvl="4" indent="-609600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5pPr>
            <a:lvl6pPr marL="2743200" marR="0" lvl="5" indent="-609600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6pPr>
            <a:lvl7pPr marL="3200400" marR="0" lvl="6" indent="-609600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7pPr>
            <a:lvl8pPr marL="3657600" marR="0" lvl="7" indent="-609600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8pPr>
            <a:lvl9pPr marL="4114800" marR="0" lvl="8" indent="-609600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338352230" name="Google Shape;32;p14"/>
          <p:cNvSpPr txBox="1">
            <a:spLocks noGrp="1"/>
          </p:cNvSpPr>
          <p:nvPr>
            <p:ph type="sldNum" idx="12"/>
          </p:nvPr>
        </p:nvSpPr>
        <p:spPr bwMode="auto">
          <a:xfrm>
            <a:off x="22866350" y="795337"/>
            <a:ext cx="544512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AA3"/>
              </a:buClr>
              <a:buSzPts val="2000"/>
              <a:buFont typeface="Barlow"/>
              <a:buNone/>
              <a:defRPr sz="2000" b="0" i="0" u="none" strike="noStrike" cap="none">
                <a:solidFill>
                  <a:srgbClr val="8B9AA3"/>
                </a:solidFill>
                <a:latin typeface="Barlow"/>
                <a:ea typeface="Barlow"/>
                <a:cs typeface="Barlow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AA3"/>
              </a:buClr>
              <a:buSzPts val="2000"/>
              <a:buFont typeface="Barlow"/>
              <a:buNone/>
              <a:defRPr sz="2000" b="0" i="0" u="none" strike="noStrike" cap="none">
                <a:solidFill>
                  <a:srgbClr val="8B9AA3"/>
                </a:solidFill>
                <a:latin typeface="Barlow"/>
                <a:ea typeface="Barlow"/>
                <a:cs typeface="Barlow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AA3"/>
              </a:buClr>
              <a:buSzPts val="2000"/>
              <a:buFont typeface="Barlow"/>
              <a:buNone/>
              <a:defRPr sz="2000" b="0" i="0" u="none" strike="noStrike" cap="none">
                <a:solidFill>
                  <a:srgbClr val="8B9AA3"/>
                </a:solidFill>
                <a:latin typeface="Barlow"/>
                <a:ea typeface="Barlow"/>
                <a:cs typeface="Barlow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AA3"/>
              </a:buClr>
              <a:buSzPts val="2000"/>
              <a:buFont typeface="Barlow"/>
              <a:buNone/>
              <a:defRPr sz="2000" b="0" i="0" u="none" strike="noStrike" cap="none">
                <a:solidFill>
                  <a:srgbClr val="8B9AA3"/>
                </a:solidFill>
                <a:latin typeface="Barlow"/>
                <a:ea typeface="Barlow"/>
                <a:cs typeface="Barlow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AA3"/>
              </a:buClr>
              <a:buSzPts val="2000"/>
              <a:buFont typeface="Barlow"/>
              <a:buNone/>
              <a:defRPr sz="2000" b="0" i="0" u="none" strike="noStrike" cap="none">
                <a:solidFill>
                  <a:srgbClr val="8B9AA3"/>
                </a:solidFill>
                <a:latin typeface="Barlow"/>
                <a:ea typeface="Barlow"/>
                <a:cs typeface="Barlow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AA3"/>
              </a:buClr>
              <a:buSzPts val="2000"/>
              <a:buFont typeface="Barlow"/>
              <a:buNone/>
              <a:defRPr sz="2000" b="0" i="0" u="none" strike="noStrike" cap="none">
                <a:solidFill>
                  <a:srgbClr val="8B9AA3"/>
                </a:solidFill>
                <a:latin typeface="Barlow"/>
                <a:ea typeface="Barlow"/>
                <a:cs typeface="Barlow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AA3"/>
              </a:buClr>
              <a:buSzPts val="2000"/>
              <a:buFont typeface="Barlow"/>
              <a:buNone/>
              <a:defRPr sz="2000" b="0" i="0" u="none" strike="noStrike" cap="none">
                <a:solidFill>
                  <a:srgbClr val="8B9AA3"/>
                </a:solidFill>
                <a:latin typeface="Barlow"/>
                <a:ea typeface="Barlow"/>
                <a:cs typeface="Barlow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AA3"/>
              </a:buClr>
              <a:buSzPts val="2000"/>
              <a:buFont typeface="Barlow"/>
              <a:buNone/>
              <a:defRPr sz="2000" b="0" i="0" u="none" strike="noStrike" cap="none">
                <a:solidFill>
                  <a:srgbClr val="8B9AA3"/>
                </a:solidFill>
                <a:latin typeface="Barlow"/>
                <a:ea typeface="Barlow"/>
                <a:cs typeface="Barlow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AA3"/>
              </a:buClr>
              <a:buSzPts val="2000"/>
              <a:buFont typeface="Barlow"/>
              <a:buNone/>
              <a:defRPr sz="2000" b="0" i="0" u="none" strike="noStrike" cap="none">
                <a:solidFill>
                  <a:srgbClr val="8B9AA3"/>
                </a:solidFill>
                <a:latin typeface="Barlow"/>
                <a:ea typeface="Barlow"/>
                <a:cs typeface="Barlow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‹Nº›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</p:sldLayoutIdLst>
  <p:hf dt="0" ftr="0" hdr="0" sldNum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41527275" name="Google Shape;49;p1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overrideClrMapping bg1="lt1" tx1="dk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3372859" name="CuadroTexto 14"/>
          <p:cNvSpPr txBox="1"/>
          <p:nvPr/>
        </p:nvSpPr>
        <p:spPr bwMode="auto">
          <a:xfrm flipH="0" flipV="0">
            <a:off x="4133412" y="752222"/>
            <a:ext cx="16117174" cy="1364443"/>
          </a:xfrm>
          <a:prstGeom prst="roundRect">
            <a:avLst>
              <a:gd name="adj" fmla="val 16667"/>
            </a:avLst>
          </a:prstGeom>
          <a:solidFill>
            <a:schemeClr val="tx2">
              <a:lumMod val="25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216000" tIns="0" rIns="72000" bIns="0" rtlCol="0" anchor="ctr" anchorCtr="0">
            <a:noAutofit/>
          </a:bodyPr>
          <a:lstStyle/>
          <a:p>
            <a:pPr algn="ctr">
              <a:defRPr/>
            </a:pPr>
            <a:r>
              <a:rPr lang="es-ES_tradnl" sz="4800" b="1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I</a:t>
            </a:r>
            <a:r>
              <a:rPr lang="en-US" sz="4800" b="1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ntroducción</a:t>
            </a:r>
            <a:r>
              <a:rPr lang="es-ES_tradnl" sz="4800" b="1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4800" b="1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temprana de la mecánica computacional</a:t>
            </a:r>
            <a:br>
              <a:rPr lang="en-US" sz="4800" b="1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</a:br>
            <a:r>
              <a:rPr lang="en-US" sz="4800" b="1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en cursos de electrostática y mecánica analítica</a:t>
            </a:r>
            <a:endParaRPr/>
          </a:p>
        </p:txBody>
      </p:sp>
      <p:sp>
        <p:nvSpPr>
          <p:cNvPr id="455233116" name="CuadroTexto 15"/>
          <p:cNvSpPr txBox="1"/>
          <p:nvPr/>
        </p:nvSpPr>
        <p:spPr bwMode="auto">
          <a:xfrm>
            <a:off x="1381912" y="2663460"/>
            <a:ext cx="4424528" cy="628379"/>
          </a:xfrm>
          <a:prstGeom prst="roundRect">
            <a:avLst>
              <a:gd name="adj" fmla="val 16667"/>
            </a:avLst>
          </a:prstGeom>
          <a:solidFill>
            <a:schemeClr val="tx2">
              <a:lumMod val="25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216000" tIns="0" rIns="72000" bIns="0" rtlCol="0" anchor="ctr" anchorCtr="0">
            <a:noAutofit/>
          </a:bodyPr>
          <a:lstStyle/>
          <a:p>
            <a:pPr algn="ctr">
              <a:defRPr/>
            </a:pPr>
            <a:r>
              <a:rPr lang="es-ES_tradnl" sz="4000" b="1">
                <a:solidFill>
                  <a:schemeClr val="bg1"/>
                </a:solidFill>
              </a:rPr>
              <a:t>INTEGRANTES</a:t>
            </a:r>
            <a:endParaRPr/>
          </a:p>
        </p:txBody>
      </p:sp>
      <p:sp>
        <p:nvSpPr>
          <p:cNvPr id="1095373103" name="CuadroTexto 16"/>
          <p:cNvSpPr txBox="1"/>
          <p:nvPr/>
        </p:nvSpPr>
        <p:spPr bwMode="auto">
          <a:xfrm>
            <a:off x="1413454" y="6597060"/>
            <a:ext cx="3112826" cy="576000"/>
          </a:xfrm>
          <a:prstGeom prst="roundRect">
            <a:avLst>
              <a:gd name="adj" fmla="val 16667"/>
            </a:avLst>
          </a:prstGeom>
          <a:solidFill>
            <a:schemeClr val="tx2">
              <a:lumMod val="25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216000" tIns="0" rIns="72000" bIns="0" rtlCol="0" anchor="ctr" anchorCtr="0">
            <a:noAutofit/>
          </a:bodyPr>
          <a:lstStyle/>
          <a:p>
            <a:pPr algn="ctr">
              <a:defRPr/>
            </a:pPr>
            <a:r>
              <a:rPr lang="es-ES_tradnl" sz="4000" b="1">
                <a:solidFill>
                  <a:schemeClr val="bg1"/>
                </a:solidFill>
              </a:rPr>
              <a:t>SÍNTESIS</a:t>
            </a:r>
            <a:endParaRPr/>
          </a:p>
        </p:txBody>
      </p:sp>
      <p:sp>
        <p:nvSpPr>
          <p:cNvPr id="165804893" name="7 CuadroTexto"/>
          <p:cNvSpPr txBox="1"/>
          <p:nvPr/>
        </p:nvSpPr>
        <p:spPr bwMode="auto">
          <a:xfrm>
            <a:off x="1600200" y="3954780"/>
            <a:ext cx="47481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/>
              <a:buChar char="•"/>
              <a:defRPr/>
            </a:pPr>
            <a:r>
              <a:rPr lang="es-AR" sz="3600"/>
              <a:t> 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s-AR" sz="3600"/>
              <a:t> </a:t>
            </a:r>
            <a:endParaRPr lang="es-AR" sz="3600"/>
          </a:p>
          <a:p>
            <a:pPr>
              <a:buFont typeface="Arial"/>
              <a:buChar char="•"/>
              <a:defRPr/>
            </a:pPr>
            <a:r>
              <a:rPr lang="es-AR" sz="3600"/>
              <a:t> </a:t>
            </a:r>
            <a:endParaRPr lang="es-AR" sz="3600"/>
          </a:p>
        </p:txBody>
      </p:sp>
      <p:sp>
        <p:nvSpPr>
          <p:cNvPr id="1763992594" name="8 CuadroTexto"/>
          <p:cNvSpPr txBox="1"/>
          <p:nvPr/>
        </p:nvSpPr>
        <p:spPr bwMode="auto">
          <a:xfrm>
            <a:off x="1463040" y="7635240"/>
            <a:ext cx="28232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s-AR" sz="2800"/>
              <a:t>(completar…….)</a:t>
            </a:r>
            <a:endParaRPr lang="es-AR" sz="2800"/>
          </a:p>
        </p:txBody>
      </p:sp>
      <p:pic>
        <p:nvPicPr>
          <p:cNvPr id="1350542457" name="Google Shape;130;p18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17348269" y="0"/>
            <a:ext cx="7035731" cy="6970671"/>
          </a:xfrm>
          <a:prstGeom prst="rect">
            <a:avLst/>
          </a:prstGeom>
          <a:noFill/>
          <a:ln>
            <a:noFill/>
          </a:ln>
        </p:spPr>
      </p:pic>
    </p:spTree>
  </p:cSld>
  <p:clrMapOvr>
    <a:overrideClrMapping bg1="lt1" tx1="dk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4277428" name="2 CuadroTexto"/>
          <p:cNvSpPr txBox="1"/>
          <p:nvPr/>
        </p:nvSpPr>
        <p:spPr bwMode="auto">
          <a:xfrm>
            <a:off x="1943100" y="1737360"/>
            <a:ext cx="36984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s-AR" sz="3600"/>
              <a:t>(</a:t>
            </a:r>
            <a:r>
              <a:rPr lang="es-AR" sz="3600"/>
              <a:t>A desarrollar….)</a:t>
            </a:r>
            <a:endParaRPr lang="es-AR" sz="3600"/>
          </a:p>
        </p:txBody>
      </p:sp>
      <p:pic>
        <p:nvPicPr>
          <p:cNvPr id="1153422278" name="Google Shape;130;p18"/>
          <p:cNvPicPr/>
          <p:nvPr/>
        </p:nvPicPr>
        <p:blipFill>
          <a:blip r:embed="rId3">
            <a:alphaModFix/>
          </a:blip>
          <a:stretch/>
        </p:blipFill>
        <p:spPr bwMode="auto">
          <a:xfrm rot="10800000">
            <a:off x="0" y="6676749"/>
            <a:ext cx="7035731" cy="6970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1822172" name="Google Shape;131;p18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17433024" y="47127"/>
            <a:ext cx="7035731" cy="6970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013559" name="Google Shape;128;p18"/>
          <p:cNvSpPr/>
          <p:nvPr/>
        </p:nvSpPr>
        <p:spPr bwMode="auto">
          <a:xfrm>
            <a:off x="11485562" y="2646362"/>
            <a:ext cx="1412875" cy="1692275"/>
          </a:xfrm>
          <a:custGeom>
            <a:avLst/>
            <a:gdLst/>
            <a:ahLst/>
            <a:cxnLst/>
            <a:rect l="l" t="t" r="r" b="b"/>
            <a:pathLst>
              <a:path w="21600" h="21600" fill="norm" stroke="1" extrusionOk="0">
                <a:moveTo>
                  <a:pt x="8636" y="20072"/>
                </a:moveTo>
                <a:lnTo>
                  <a:pt x="7891" y="20967"/>
                </a:lnTo>
                <a:lnTo>
                  <a:pt x="16111" y="20967"/>
                </a:lnTo>
                <a:lnTo>
                  <a:pt x="16111" y="20072"/>
                </a:lnTo>
                <a:lnTo>
                  <a:pt x="15602" y="20072"/>
                </a:lnTo>
                <a:cubicBezTo>
                  <a:pt x="15601" y="20072"/>
                  <a:pt x="15600" y="20072"/>
                  <a:pt x="15600" y="20072"/>
                </a:cubicBezTo>
                <a:cubicBezTo>
                  <a:pt x="15599" y="20072"/>
                  <a:pt x="15598" y="20072"/>
                  <a:pt x="15598" y="20072"/>
                </a:cubicBezTo>
                <a:lnTo>
                  <a:pt x="9322" y="20072"/>
                </a:lnTo>
                <a:cubicBezTo>
                  <a:pt x="9321" y="20072"/>
                  <a:pt x="9320" y="20072"/>
                  <a:pt x="9320" y="20072"/>
                </a:cubicBezTo>
                <a:cubicBezTo>
                  <a:pt x="9319" y="20072"/>
                  <a:pt x="9318" y="20072"/>
                  <a:pt x="9318" y="20072"/>
                </a:cubicBezTo>
                <a:lnTo>
                  <a:pt x="8636" y="20072"/>
                </a:lnTo>
                <a:close/>
                <a:moveTo>
                  <a:pt x="11932" y="12227"/>
                </a:moveTo>
                <a:lnTo>
                  <a:pt x="12441" y="12227"/>
                </a:lnTo>
                <a:cubicBezTo>
                  <a:pt x="13151" y="12227"/>
                  <a:pt x="13728" y="12708"/>
                  <a:pt x="13728" y="13300"/>
                </a:cubicBezTo>
                <a:lnTo>
                  <a:pt x="13728" y="14400"/>
                </a:lnTo>
                <a:cubicBezTo>
                  <a:pt x="13728" y="14992"/>
                  <a:pt x="13151" y="15474"/>
                  <a:pt x="12441" y="15474"/>
                </a:cubicBezTo>
                <a:lnTo>
                  <a:pt x="11932" y="15474"/>
                </a:lnTo>
                <a:cubicBezTo>
                  <a:pt x="11722" y="15474"/>
                  <a:pt x="11553" y="15332"/>
                  <a:pt x="11553" y="15158"/>
                </a:cubicBezTo>
                <a:cubicBezTo>
                  <a:pt x="11553" y="14983"/>
                  <a:pt x="11722" y="14841"/>
                  <a:pt x="11932" y="14841"/>
                </a:cubicBezTo>
                <a:lnTo>
                  <a:pt x="12441" y="14841"/>
                </a:lnTo>
                <a:cubicBezTo>
                  <a:pt x="12733" y="14841"/>
                  <a:pt x="12969" y="14643"/>
                  <a:pt x="12969" y="14400"/>
                </a:cubicBezTo>
                <a:lnTo>
                  <a:pt x="12969" y="13300"/>
                </a:lnTo>
                <a:cubicBezTo>
                  <a:pt x="12969" y="13057"/>
                  <a:pt x="12733" y="12859"/>
                  <a:pt x="12441" y="12859"/>
                </a:cubicBezTo>
                <a:lnTo>
                  <a:pt x="11932" y="12859"/>
                </a:lnTo>
                <a:cubicBezTo>
                  <a:pt x="11722" y="12859"/>
                  <a:pt x="11553" y="12718"/>
                  <a:pt x="11553" y="12543"/>
                </a:cubicBezTo>
                <a:cubicBezTo>
                  <a:pt x="11553" y="12368"/>
                  <a:pt x="11722" y="12227"/>
                  <a:pt x="11932" y="12227"/>
                </a:cubicBezTo>
                <a:close/>
                <a:moveTo>
                  <a:pt x="14228" y="7723"/>
                </a:moveTo>
                <a:lnTo>
                  <a:pt x="14228" y="8221"/>
                </a:lnTo>
                <a:cubicBezTo>
                  <a:pt x="14228" y="8325"/>
                  <a:pt x="14329" y="8409"/>
                  <a:pt x="14452" y="8409"/>
                </a:cubicBezTo>
                <a:lnTo>
                  <a:pt x="15498" y="8409"/>
                </a:lnTo>
                <a:lnTo>
                  <a:pt x="15498" y="7910"/>
                </a:lnTo>
                <a:cubicBezTo>
                  <a:pt x="15498" y="7807"/>
                  <a:pt x="15397" y="7723"/>
                  <a:pt x="15273" y="7723"/>
                </a:cubicBezTo>
                <a:lnTo>
                  <a:pt x="14228" y="7723"/>
                </a:lnTo>
                <a:close/>
                <a:moveTo>
                  <a:pt x="12012" y="6587"/>
                </a:moveTo>
                <a:cubicBezTo>
                  <a:pt x="11987" y="6576"/>
                  <a:pt x="11948" y="6569"/>
                  <a:pt x="11907" y="6595"/>
                </a:cubicBezTo>
                <a:lnTo>
                  <a:pt x="8923" y="8500"/>
                </a:lnTo>
                <a:cubicBezTo>
                  <a:pt x="8891" y="8521"/>
                  <a:pt x="8884" y="8548"/>
                  <a:pt x="8884" y="8567"/>
                </a:cubicBezTo>
                <a:cubicBezTo>
                  <a:pt x="8884" y="8586"/>
                  <a:pt x="8891" y="8612"/>
                  <a:pt x="8923" y="8633"/>
                </a:cubicBezTo>
                <a:lnTo>
                  <a:pt x="11907" y="10538"/>
                </a:lnTo>
                <a:cubicBezTo>
                  <a:pt x="11948" y="10564"/>
                  <a:pt x="11987" y="10557"/>
                  <a:pt x="12012" y="10547"/>
                </a:cubicBezTo>
                <a:cubicBezTo>
                  <a:pt x="12038" y="10536"/>
                  <a:pt x="12068" y="10515"/>
                  <a:pt x="12068" y="10472"/>
                </a:cubicBezTo>
                <a:lnTo>
                  <a:pt x="12068" y="9727"/>
                </a:lnTo>
                <a:cubicBezTo>
                  <a:pt x="12068" y="9552"/>
                  <a:pt x="12238" y="9410"/>
                  <a:pt x="12447" y="9410"/>
                </a:cubicBezTo>
                <a:lnTo>
                  <a:pt x="15273" y="9410"/>
                </a:lnTo>
                <a:cubicBezTo>
                  <a:pt x="15397" y="9410"/>
                  <a:pt x="15498" y="9326"/>
                  <a:pt x="15498" y="9223"/>
                </a:cubicBezTo>
                <a:lnTo>
                  <a:pt x="15498" y="9042"/>
                </a:lnTo>
                <a:lnTo>
                  <a:pt x="14452" y="9042"/>
                </a:lnTo>
                <a:cubicBezTo>
                  <a:pt x="13910" y="9042"/>
                  <a:pt x="13469" y="8674"/>
                  <a:pt x="13469" y="8221"/>
                </a:cubicBezTo>
                <a:lnTo>
                  <a:pt x="13469" y="7723"/>
                </a:lnTo>
                <a:lnTo>
                  <a:pt x="12447" y="7723"/>
                </a:lnTo>
                <a:cubicBezTo>
                  <a:pt x="12238" y="7723"/>
                  <a:pt x="12068" y="7582"/>
                  <a:pt x="12068" y="7407"/>
                </a:cubicBezTo>
                <a:lnTo>
                  <a:pt x="12068" y="6662"/>
                </a:lnTo>
                <a:cubicBezTo>
                  <a:pt x="12068" y="6619"/>
                  <a:pt x="12038" y="6597"/>
                  <a:pt x="12012" y="6587"/>
                </a:cubicBezTo>
                <a:close/>
                <a:moveTo>
                  <a:pt x="17713" y="5585"/>
                </a:moveTo>
                <a:cubicBezTo>
                  <a:pt x="17688" y="5596"/>
                  <a:pt x="17657" y="5617"/>
                  <a:pt x="17657" y="5660"/>
                </a:cubicBezTo>
                <a:lnTo>
                  <a:pt x="17657" y="6405"/>
                </a:lnTo>
                <a:cubicBezTo>
                  <a:pt x="17657" y="6580"/>
                  <a:pt x="17488" y="6722"/>
                  <a:pt x="17278" y="6722"/>
                </a:cubicBezTo>
                <a:lnTo>
                  <a:pt x="14452" y="6722"/>
                </a:lnTo>
                <a:cubicBezTo>
                  <a:pt x="14329" y="6722"/>
                  <a:pt x="14228" y="6806"/>
                  <a:pt x="14228" y="6909"/>
                </a:cubicBezTo>
                <a:lnTo>
                  <a:pt x="14228" y="7090"/>
                </a:lnTo>
                <a:lnTo>
                  <a:pt x="15273" y="7090"/>
                </a:lnTo>
                <a:cubicBezTo>
                  <a:pt x="15815" y="7090"/>
                  <a:pt x="16256" y="7458"/>
                  <a:pt x="16256" y="7911"/>
                </a:cubicBezTo>
                <a:lnTo>
                  <a:pt x="16256" y="8409"/>
                </a:lnTo>
                <a:lnTo>
                  <a:pt x="17278" y="8409"/>
                </a:lnTo>
                <a:cubicBezTo>
                  <a:pt x="17488" y="8409"/>
                  <a:pt x="17657" y="8551"/>
                  <a:pt x="17657" y="8725"/>
                </a:cubicBezTo>
                <a:lnTo>
                  <a:pt x="17657" y="9470"/>
                </a:lnTo>
                <a:cubicBezTo>
                  <a:pt x="17657" y="9513"/>
                  <a:pt x="17688" y="9535"/>
                  <a:pt x="17713" y="9545"/>
                </a:cubicBezTo>
                <a:cubicBezTo>
                  <a:pt x="17739" y="9556"/>
                  <a:pt x="17778" y="9563"/>
                  <a:pt x="17819" y="9537"/>
                </a:cubicBezTo>
                <a:lnTo>
                  <a:pt x="20802" y="7632"/>
                </a:lnTo>
                <a:cubicBezTo>
                  <a:pt x="20835" y="7611"/>
                  <a:pt x="20842" y="7584"/>
                  <a:pt x="20842" y="7565"/>
                </a:cubicBezTo>
                <a:cubicBezTo>
                  <a:pt x="20842" y="7546"/>
                  <a:pt x="20835" y="7520"/>
                  <a:pt x="20802" y="7499"/>
                </a:cubicBezTo>
                <a:lnTo>
                  <a:pt x="17819" y="5594"/>
                </a:lnTo>
                <a:cubicBezTo>
                  <a:pt x="17778" y="5568"/>
                  <a:pt x="17739" y="5575"/>
                  <a:pt x="17713" y="5585"/>
                </a:cubicBezTo>
                <a:close/>
                <a:moveTo>
                  <a:pt x="17377" y="5018"/>
                </a:moveTo>
                <a:cubicBezTo>
                  <a:pt x="17672" y="4896"/>
                  <a:pt x="18018" y="4924"/>
                  <a:pt x="18280" y="5091"/>
                </a:cubicBezTo>
                <a:lnTo>
                  <a:pt x="21263" y="6996"/>
                </a:lnTo>
                <a:cubicBezTo>
                  <a:pt x="21477" y="7133"/>
                  <a:pt x="21600" y="7340"/>
                  <a:pt x="21600" y="7565"/>
                </a:cubicBezTo>
                <a:cubicBezTo>
                  <a:pt x="21600" y="7790"/>
                  <a:pt x="21477" y="7998"/>
                  <a:pt x="21263" y="8134"/>
                </a:cubicBezTo>
                <a:lnTo>
                  <a:pt x="18280" y="10039"/>
                </a:lnTo>
                <a:cubicBezTo>
                  <a:pt x="18126" y="10137"/>
                  <a:pt x="17943" y="10188"/>
                  <a:pt x="17759" y="10188"/>
                </a:cubicBezTo>
                <a:cubicBezTo>
                  <a:pt x="17629" y="10188"/>
                  <a:pt x="17499" y="10163"/>
                  <a:pt x="17377" y="10113"/>
                </a:cubicBezTo>
                <a:cubicBezTo>
                  <a:pt x="17082" y="9991"/>
                  <a:pt x="16899" y="9745"/>
                  <a:pt x="16899" y="9470"/>
                </a:cubicBezTo>
                <a:lnTo>
                  <a:pt x="16899" y="9042"/>
                </a:lnTo>
                <a:lnTo>
                  <a:pt x="16256" y="9042"/>
                </a:lnTo>
                <a:lnTo>
                  <a:pt x="16256" y="9223"/>
                </a:lnTo>
                <a:cubicBezTo>
                  <a:pt x="16256" y="9675"/>
                  <a:pt x="15815" y="10043"/>
                  <a:pt x="15273" y="10043"/>
                </a:cubicBezTo>
                <a:lnTo>
                  <a:pt x="12826" y="10043"/>
                </a:lnTo>
                <a:lnTo>
                  <a:pt x="12826" y="10472"/>
                </a:lnTo>
                <a:cubicBezTo>
                  <a:pt x="12826" y="10746"/>
                  <a:pt x="12643" y="10992"/>
                  <a:pt x="12348" y="11114"/>
                </a:cubicBezTo>
                <a:cubicBezTo>
                  <a:pt x="12226" y="11164"/>
                  <a:pt x="12096" y="11189"/>
                  <a:pt x="11967" y="11189"/>
                </a:cubicBezTo>
                <a:cubicBezTo>
                  <a:pt x="11782" y="11189"/>
                  <a:pt x="11599" y="11139"/>
                  <a:pt x="11446" y="11041"/>
                </a:cubicBezTo>
                <a:lnTo>
                  <a:pt x="8462" y="9136"/>
                </a:lnTo>
                <a:cubicBezTo>
                  <a:pt x="8248" y="8999"/>
                  <a:pt x="8125" y="8792"/>
                  <a:pt x="8125" y="8567"/>
                </a:cubicBezTo>
                <a:cubicBezTo>
                  <a:pt x="8125" y="8342"/>
                  <a:pt x="8248" y="8134"/>
                  <a:pt x="8462" y="7998"/>
                </a:cubicBezTo>
                <a:lnTo>
                  <a:pt x="11446" y="6093"/>
                </a:lnTo>
                <a:cubicBezTo>
                  <a:pt x="11707" y="5926"/>
                  <a:pt x="12053" y="5898"/>
                  <a:pt x="12348" y="6019"/>
                </a:cubicBezTo>
                <a:cubicBezTo>
                  <a:pt x="12643" y="6141"/>
                  <a:pt x="12826" y="6387"/>
                  <a:pt x="12826" y="6662"/>
                </a:cubicBezTo>
                <a:lnTo>
                  <a:pt x="12826" y="7090"/>
                </a:lnTo>
                <a:lnTo>
                  <a:pt x="13469" y="7090"/>
                </a:lnTo>
                <a:lnTo>
                  <a:pt x="13469" y="6909"/>
                </a:lnTo>
                <a:cubicBezTo>
                  <a:pt x="13469" y="6457"/>
                  <a:pt x="13910" y="6089"/>
                  <a:pt x="14452" y="6089"/>
                </a:cubicBezTo>
                <a:lnTo>
                  <a:pt x="16899" y="6089"/>
                </a:lnTo>
                <a:lnTo>
                  <a:pt x="16899" y="5660"/>
                </a:lnTo>
                <a:cubicBezTo>
                  <a:pt x="16899" y="5386"/>
                  <a:pt x="17082" y="5140"/>
                  <a:pt x="17377" y="5018"/>
                </a:cubicBezTo>
                <a:close/>
                <a:moveTo>
                  <a:pt x="11214" y="4857"/>
                </a:moveTo>
                <a:cubicBezTo>
                  <a:pt x="12041" y="4857"/>
                  <a:pt x="12851" y="4976"/>
                  <a:pt x="13622" y="5210"/>
                </a:cubicBezTo>
                <a:cubicBezTo>
                  <a:pt x="13819" y="5270"/>
                  <a:pt x="13920" y="5452"/>
                  <a:pt x="13849" y="5616"/>
                </a:cubicBezTo>
                <a:cubicBezTo>
                  <a:pt x="13777" y="5780"/>
                  <a:pt x="13559" y="5865"/>
                  <a:pt x="13363" y="5805"/>
                </a:cubicBezTo>
                <a:cubicBezTo>
                  <a:pt x="12675" y="5596"/>
                  <a:pt x="11952" y="5490"/>
                  <a:pt x="11214" y="5490"/>
                </a:cubicBezTo>
                <a:cubicBezTo>
                  <a:pt x="7756" y="5490"/>
                  <a:pt x="4943" y="7837"/>
                  <a:pt x="4943" y="10722"/>
                </a:cubicBezTo>
                <a:cubicBezTo>
                  <a:pt x="4943" y="10835"/>
                  <a:pt x="4948" y="10951"/>
                  <a:pt x="4957" y="11066"/>
                </a:cubicBezTo>
                <a:cubicBezTo>
                  <a:pt x="4960" y="11110"/>
                  <a:pt x="4953" y="11155"/>
                  <a:pt x="4934" y="11197"/>
                </a:cubicBezTo>
                <a:lnTo>
                  <a:pt x="3107" y="15302"/>
                </a:lnTo>
                <a:lnTo>
                  <a:pt x="4774" y="15302"/>
                </a:lnTo>
                <a:cubicBezTo>
                  <a:pt x="4984" y="15302"/>
                  <a:pt x="5153" y="15443"/>
                  <a:pt x="5153" y="15618"/>
                </a:cubicBezTo>
                <a:lnTo>
                  <a:pt x="5153" y="17337"/>
                </a:lnTo>
                <a:cubicBezTo>
                  <a:pt x="5153" y="17854"/>
                  <a:pt x="5657" y="18274"/>
                  <a:pt x="6276" y="18274"/>
                </a:cubicBezTo>
                <a:lnTo>
                  <a:pt x="9320" y="18274"/>
                </a:lnTo>
                <a:cubicBezTo>
                  <a:pt x="9529" y="18274"/>
                  <a:pt x="9699" y="18416"/>
                  <a:pt x="9699" y="18591"/>
                </a:cubicBezTo>
                <a:lnTo>
                  <a:pt x="9699" y="19439"/>
                </a:lnTo>
                <a:lnTo>
                  <a:pt x="15220" y="19439"/>
                </a:lnTo>
                <a:lnTo>
                  <a:pt x="15220" y="14893"/>
                </a:lnTo>
                <a:cubicBezTo>
                  <a:pt x="15220" y="14802"/>
                  <a:pt x="15267" y="14715"/>
                  <a:pt x="15349" y="14655"/>
                </a:cubicBezTo>
                <a:cubicBezTo>
                  <a:pt x="16567" y="13763"/>
                  <a:pt x="17316" y="12534"/>
                  <a:pt x="17460" y="11193"/>
                </a:cubicBezTo>
                <a:cubicBezTo>
                  <a:pt x="17478" y="11019"/>
                  <a:pt x="17663" y="10891"/>
                  <a:pt x="17871" y="10906"/>
                </a:cubicBezTo>
                <a:cubicBezTo>
                  <a:pt x="18080" y="10922"/>
                  <a:pt x="18234" y="11075"/>
                  <a:pt x="18215" y="11250"/>
                </a:cubicBezTo>
                <a:cubicBezTo>
                  <a:pt x="18060" y="12705"/>
                  <a:pt x="17267" y="14043"/>
                  <a:pt x="15979" y="15034"/>
                </a:cubicBezTo>
                <a:lnTo>
                  <a:pt x="15979" y="19439"/>
                </a:lnTo>
                <a:lnTo>
                  <a:pt x="16490" y="19439"/>
                </a:lnTo>
                <a:cubicBezTo>
                  <a:pt x="16700" y="19439"/>
                  <a:pt x="16869" y="19581"/>
                  <a:pt x="16869" y="19755"/>
                </a:cubicBezTo>
                <a:lnTo>
                  <a:pt x="16869" y="21284"/>
                </a:lnTo>
                <a:cubicBezTo>
                  <a:pt x="16869" y="21458"/>
                  <a:pt x="16700" y="21600"/>
                  <a:pt x="16490" y="21600"/>
                </a:cubicBezTo>
                <a:lnTo>
                  <a:pt x="7167" y="21600"/>
                </a:lnTo>
                <a:cubicBezTo>
                  <a:pt x="7025" y="21600"/>
                  <a:pt x="6896" y="21535"/>
                  <a:pt x="6831" y="21430"/>
                </a:cubicBezTo>
                <a:cubicBezTo>
                  <a:pt x="6765" y="21326"/>
                  <a:pt x="6775" y="21200"/>
                  <a:pt x="6855" y="21103"/>
                </a:cubicBezTo>
                <a:lnTo>
                  <a:pt x="8126" y="19575"/>
                </a:lnTo>
                <a:cubicBezTo>
                  <a:pt x="8196" y="19490"/>
                  <a:pt x="8313" y="19439"/>
                  <a:pt x="8437" y="19439"/>
                </a:cubicBezTo>
                <a:lnTo>
                  <a:pt x="8940" y="19439"/>
                </a:lnTo>
                <a:lnTo>
                  <a:pt x="8940" y="18907"/>
                </a:lnTo>
                <a:lnTo>
                  <a:pt x="6276" y="18907"/>
                </a:lnTo>
                <a:cubicBezTo>
                  <a:pt x="5239" y="18907"/>
                  <a:pt x="4395" y="18203"/>
                  <a:pt x="4395" y="17337"/>
                </a:cubicBezTo>
                <a:lnTo>
                  <a:pt x="4395" y="15935"/>
                </a:lnTo>
                <a:lnTo>
                  <a:pt x="2561" y="15935"/>
                </a:lnTo>
                <a:cubicBezTo>
                  <a:pt x="2437" y="15935"/>
                  <a:pt x="2321" y="15884"/>
                  <a:pt x="2250" y="15799"/>
                </a:cubicBezTo>
                <a:cubicBezTo>
                  <a:pt x="2179" y="15714"/>
                  <a:pt x="2162" y="15605"/>
                  <a:pt x="2206" y="15508"/>
                </a:cubicBezTo>
                <a:lnTo>
                  <a:pt x="4195" y="11039"/>
                </a:lnTo>
                <a:cubicBezTo>
                  <a:pt x="4188" y="10933"/>
                  <a:pt x="4185" y="10827"/>
                  <a:pt x="4185" y="10722"/>
                </a:cubicBezTo>
                <a:cubicBezTo>
                  <a:pt x="4185" y="7488"/>
                  <a:pt x="7338" y="4857"/>
                  <a:pt x="11214" y="4857"/>
                </a:cubicBezTo>
                <a:close/>
                <a:moveTo>
                  <a:pt x="6713" y="3026"/>
                </a:moveTo>
                <a:cubicBezTo>
                  <a:pt x="7662" y="3026"/>
                  <a:pt x="8544" y="3382"/>
                  <a:pt x="9134" y="4003"/>
                </a:cubicBezTo>
                <a:cubicBezTo>
                  <a:pt x="9264" y="4140"/>
                  <a:pt x="9237" y="4339"/>
                  <a:pt x="9073" y="4447"/>
                </a:cubicBezTo>
                <a:cubicBezTo>
                  <a:pt x="8908" y="4556"/>
                  <a:pt x="8670" y="4533"/>
                  <a:pt x="8540" y="4396"/>
                </a:cubicBezTo>
                <a:cubicBezTo>
                  <a:pt x="8095" y="3927"/>
                  <a:pt x="7429" y="3658"/>
                  <a:pt x="6713" y="3658"/>
                </a:cubicBezTo>
                <a:cubicBezTo>
                  <a:pt x="5429" y="3658"/>
                  <a:pt x="4385" y="4530"/>
                  <a:pt x="4384" y="5602"/>
                </a:cubicBezTo>
                <a:cubicBezTo>
                  <a:pt x="4384" y="5982"/>
                  <a:pt x="4516" y="6350"/>
                  <a:pt x="4765" y="6667"/>
                </a:cubicBezTo>
                <a:cubicBezTo>
                  <a:pt x="4880" y="6813"/>
                  <a:pt x="4831" y="7009"/>
                  <a:pt x="4656" y="7105"/>
                </a:cubicBezTo>
                <a:cubicBezTo>
                  <a:pt x="4592" y="7140"/>
                  <a:pt x="4520" y="7157"/>
                  <a:pt x="4449" y="7157"/>
                </a:cubicBezTo>
                <a:cubicBezTo>
                  <a:pt x="4325" y="7157"/>
                  <a:pt x="4204" y="7107"/>
                  <a:pt x="4131" y="7014"/>
                </a:cubicBezTo>
                <a:cubicBezTo>
                  <a:pt x="3801" y="6594"/>
                  <a:pt x="3626" y="6106"/>
                  <a:pt x="3626" y="5602"/>
                </a:cubicBezTo>
                <a:cubicBezTo>
                  <a:pt x="3626" y="4181"/>
                  <a:pt x="5011" y="3026"/>
                  <a:pt x="6713" y="3026"/>
                </a:cubicBezTo>
                <a:close/>
                <a:moveTo>
                  <a:pt x="1470" y="2055"/>
                </a:moveTo>
                <a:cubicBezTo>
                  <a:pt x="1618" y="1932"/>
                  <a:pt x="1858" y="1932"/>
                  <a:pt x="2006" y="2055"/>
                </a:cubicBezTo>
                <a:cubicBezTo>
                  <a:pt x="2154" y="2179"/>
                  <a:pt x="2154" y="2379"/>
                  <a:pt x="2006" y="2502"/>
                </a:cubicBezTo>
                <a:lnTo>
                  <a:pt x="1911" y="2582"/>
                </a:lnTo>
                <a:lnTo>
                  <a:pt x="2602" y="3367"/>
                </a:lnTo>
                <a:cubicBezTo>
                  <a:pt x="2690" y="3467"/>
                  <a:pt x="2700" y="3600"/>
                  <a:pt x="2628" y="3708"/>
                </a:cubicBezTo>
                <a:cubicBezTo>
                  <a:pt x="2455" y="3967"/>
                  <a:pt x="2318" y="4243"/>
                  <a:pt x="2220" y="4530"/>
                </a:cubicBezTo>
                <a:cubicBezTo>
                  <a:pt x="2179" y="4649"/>
                  <a:pt x="2059" y="4737"/>
                  <a:pt x="1912" y="4756"/>
                </a:cubicBezTo>
                <a:lnTo>
                  <a:pt x="759" y="4903"/>
                </a:lnTo>
                <a:lnTo>
                  <a:pt x="759" y="6300"/>
                </a:lnTo>
                <a:lnTo>
                  <a:pt x="1912" y="6447"/>
                </a:lnTo>
                <a:cubicBezTo>
                  <a:pt x="2059" y="6466"/>
                  <a:pt x="2179" y="6554"/>
                  <a:pt x="2220" y="6673"/>
                </a:cubicBezTo>
                <a:cubicBezTo>
                  <a:pt x="2318" y="6960"/>
                  <a:pt x="2455" y="7236"/>
                  <a:pt x="2628" y="7495"/>
                </a:cubicBezTo>
                <a:cubicBezTo>
                  <a:pt x="2700" y="7603"/>
                  <a:pt x="2690" y="7737"/>
                  <a:pt x="2602" y="7836"/>
                </a:cubicBezTo>
                <a:lnTo>
                  <a:pt x="1911" y="8621"/>
                </a:lnTo>
                <a:lnTo>
                  <a:pt x="3094" y="9609"/>
                </a:lnTo>
                <a:lnTo>
                  <a:pt x="3150" y="9575"/>
                </a:lnTo>
                <a:cubicBezTo>
                  <a:pt x="3319" y="9471"/>
                  <a:pt x="3556" y="9501"/>
                  <a:pt x="3680" y="9642"/>
                </a:cubicBezTo>
                <a:cubicBezTo>
                  <a:pt x="3804" y="9783"/>
                  <a:pt x="3768" y="9981"/>
                  <a:pt x="3599" y="10085"/>
                </a:cubicBezTo>
                <a:lnTo>
                  <a:pt x="3281" y="10280"/>
                </a:lnTo>
                <a:cubicBezTo>
                  <a:pt x="3214" y="10321"/>
                  <a:pt x="3135" y="10341"/>
                  <a:pt x="3056" y="10341"/>
                </a:cubicBezTo>
                <a:cubicBezTo>
                  <a:pt x="2959" y="10341"/>
                  <a:pt x="2862" y="10310"/>
                  <a:pt x="2788" y="10248"/>
                </a:cubicBezTo>
                <a:lnTo>
                  <a:pt x="1144" y="8877"/>
                </a:lnTo>
                <a:cubicBezTo>
                  <a:pt x="1012" y="8766"/>
                  <a:pt x="996" y="8592"/>
                  <a:pt x="1107" y="8466"/>
                </a:cubicBezTo>
                <a:lnTo>
                  <a:pt x="1850" y="7621"/>
                </a:lnTo>
                <a:cubicBezTo>
                  <a:pt x="1739" y="7435"/>
                  <a:pt x="1643" y="7241"/>
                  <a:pt x="1563" y="7043"/>
                </a:cubicBezTo>
                <a:lnTo>
                  <a:pt x="322" y="6884"/>
                </a:lnTo>
                <a:cubicBezTo>
                  <a:pt x="137" y="6861"/>
                  <a:pt x="0" y="6728"/>
                  <a:pt x="0" y="6572"/>
                </a:cubicBezTo>
                <a:lnTo>
                  <a:pt x="0" y="4632"/>
                </a:lnTo>
                <a:cubicBezTo>
                  <a:pt x="0" y="4475"/>
                  <a:pt x="137" y="4343"/>
                  <a:pt x="322" y="4319"/>
                </a:cubicBezTo>
                <a:lnTo>
                  <a:pt x="1563" y="4160"/>
                </a:lnTo>
                <a:cubicBezTo>
                  <a:pt x="1643" y="3962"/>
                  <a:pt x="1739" y="3769"/>
                  <a:pt x="1850" y="3582"/>
                </a:cubicBezTo>
                <a:lnTo>
                  <a:pt x="1107" y="2738"/>
                </a:lnTo>
                <a:cubicBezTo>
                  <a:pt x="996" y="2612"/>
                  <a:pt x="1012" y="2437"/>
                  <a:pt x="1144" y="2327"/>
                </a:cubicBezTo>
                <a:lnTo>
                  <a:pt x="1470" y="2055"/>
                </a:lnTo>
                <a:close/>
                <a:moveTo>
                  <a:pt x="5551" y="0"/>
                </a:moveTo>
                <a:lnTo>
                  <a:pt x="7876" y="0"/>
                </a:lnTo>
                <a:cubicBezTo>
                  <a:pt x="8063" y="0"/>
                  <a:pt x="8222" y="114"/>
                  <a:pt x="8251" y="268"/>
                </a:cubicBezTo>
                <a:lnTo>
                  <a:pt x="8441" y="1304"/>
                </a:lnTo>
                <a:cubicBezTo>
                  <a:pt x="8678" y="1371"/>
                  <a:pt x="8910" y="1451"/>
                  <a:pt x="9134" y="1544"/>
                </a:cubicBezTo>
                <a:lnTo>
                  <a:pt x="10146" y="923"/>
                </a:lnTo>
                <a:cubicBezTo>
                  <a:pt x="10297" y="831"/>
                  <a:pt x="10506" y="844"/>
                  <a:pt x="10638" y="955"/>
                </a:cubicBezTo>
                <a:lnTo>
                  <a:pt x="12282" y="2326"/>
                </a:lnTo>
                <a:cubicBezTo>
                  <a:pt x="12415" y="2437"/>
                  <a:pt x="12431" y="2612"/>
                  <a:pt x="12320" y="2737"/>
                </a:cubicBezTo>
                <a:lnTo>
                  <a:pt x="11577" y="3582"/>
                </a:lnTo>
                <a:cubicBezTo>
                  <a:pt x="11688" y="3768"/>
                  <a:pt x="11784" y="3962"/>
                  <a:pt x="11864" y="4160"/>
                </a:cubicBezTo>
                <a:lnTo>
                  <a:pt x="12757" y="4274"/>
                </a:lnTo>
                <a:cubicBezTo>
                  <a:pt x="12964" y="4301"/>
                  <a:pt x="13107" y="4462"/>
                  <a:pt x="13075" y="4635"/>
                </a:cubicBezTo>
                <a:cubicBezTo>
                  <a:pt x="13046" y="4792"/>
                  <a:pt x="12885" y="4904"/>
                  <a:pt x="12701" y="4904"/>
                </a:cubicBezTo>
                <a:cubicBezTo>
                  <a:pt x="12681" y="4904"/>
                  <a:pt x="12662" y="4902"/>
                  <a:pt x="12643" y="4900"/>
                </a:cubicBezTo>
                <a:lnTo>
                  <a:pt x="11514" y="4756"/>
                </a:lnTo>
                <a:cubicBezTo>
                  <a:pt x="11368" y="4737"/>
                  <a:pt x="11248" y="4649"/>
                  <a:pt x="11207" y="4530"/>
                </a:cubicBezTo>
                <a:cubicBezTo>
                  <a:pt x="11109" y="4243"/>
                  <a:pt x="10972" y="3967"/>
                  <a:pt x="10799" y="3708"/>
                </a:cubicBezTo>
                <a:cubicBezTo>
                  <a:pt x="10727" y="3600"/>
                  <a:pt x="10737" y="3467"/>
                  <a:pt x="10825" y="3367"/>
                </a:cubicBezTo>
                <a:lnTo>
                  <a:pt x="11516" y="2582"/>
                </a:lnTo>
                <a:lnTo>
                  <a:pt x="10332" y="1594"/>
                </a:lnTo>
                <a:lnTo>
                  <a:pt x="9392" y="2171"/>
                </a:lnTo>
                <a:cubicBezTo>
                  <a:pt x="9272" y="2244"/>
                  <a:pt x="9112" y="2253"/>
                  <a:pt x="8983" y="2192"/>
                </a:cubicBezTo>
                <a:cubicBezTo>
                  <a:pt x="8673" y="2048"/>
                  <a:pt x="8341" y="1934"/>
                  <a:pt x="7998" y="1852"/>
                </a:cubicBezTo>
                <a:cubicBezTo>
                  <a:pt x="7855" y="1818"/>
                  <a:pt x="7749" y="1718"/>
                  <a:pt x="7727" y="1596"/>
                </a:cubicBezTo>
                <a:lnTo>
                  <a:pt x="7550" y="633"/>
                </a:lnTo>
                <a:lnTo>
                  <a:pt x="5877" y="633"/>
                </a:lnTo>
                <a:lnTo>
                  <a:pt x="5700" y="1596"/>
                </a:lnTo>
                <a:cubicBezTo>
                  <a:pt x="5677" y="1718"/>
                  <a:pt x="5572" y="1818"/>
                  <a:pt x="5429" y="1852"/>
                </a:cubicBezTo>
                <a:cubicBezTo>
                  <a:pt x="5085" y="1934"/>
                  <a:pt x="4754" y="2048"/>
                  <a:pt x="4444" y="2192"/>
                </a:cubicBezTo>
                <a:cubicBezTo>
                  <a:pt x="4314" y="2253"/>
                  <a:pt x="4155" y="2244"/>
                  <a:pt x="4035" y="2171"/>
                </a:cubicBezTo>
                <a:lnTo>
                  <a:pt x="3091" y="1593"/>
                </a:lnTo>
                <a:cubicBezTo>
                  <a:pt x="2943" y="1687"/>
                  <a:pt x="2730" y="1677"/>
                  <a:pt x="2595" y="1564"/>
                </a:cubicBezTo>
                <a:cubicBezTo>
                  <a:pt x="2447" y="1440"/>
                  <a:pt x="2447" y="1240"/>
                  <a:pt x="2595" y="1116"/>
                </a:cubicBezTo>
                <a:lnTo>
                  <a:pt x="2788" y="955"/>
                </a:lnTo>
                <a:cubicBezTo>
                  <a:pt x="2921" y="844"/>
                  <a:pt x="3130" y="831"/>
                  <a:pt x="3281" y="924"/>
                </a:cubicBezTo>
                <a:lnTo>
                  <a:pt x="4293" y="1544"/>
                </a:lnTo>
                <a:cubicBezTo>
                  <a:pt x="4516" y="1451"/>
                  <a:pt x="4748" y="1371"/>
                  <a:pt x="4986" y="1304"/>
                </a:cubicBezTo>
                <a:lnTo>
                  <a:pt x="5176" y="269"/>
                </a:lnTo>
                <a:cubicBezTo>
                  <a:pt x="5204" y="114"/>
                  <a:pt x="5364" y="0"/>
                  <a:pt x="555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/>
            </a:pPr>
            <a:endParaRPr sz="3000" b="1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50981664" name="Google Shape;129;p18"/>
          <p:cNvSpPr txBox="1"/>
          <p:nvPr/>
        </p:nvSpPr>
        <p:spPr bwMode="auto">
          <a:xfrm>
            <a:off x="6902640" y="4338637"/>
            <a:ext cx="10578718" cy="4719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0" b="1" i="0" u="none" strike="noStrike" cap="none">
                <a:solidFill>
                  <a:schemeClr val="tx2">
                    <a:lumMod val="25000"/>
                  </a:schemeClr>
                </a:solidFill>
                <a:latin typeface="Arial"/>
                <a:ea typeface="Arial"/>
                <a:cs typeface="Arial"/>
              </a:rPr>
              <a:t>MUCHAS GRACIAS</a:t>
            </a:r>
            <a:endParaRPr sz="15000" b="1" i="0" u="none" strike="noStrike" cap="none">
              <a:solidFill>
                <a:schemeClr val="tx2">
                  <a:lumMod val="2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040229943" name="Google Shape;130;p18"/>
          <p:cNvPicPr/>
          <p:nvPr/>
        </p:nvPicPr>
        <p:blipFill>
          <a:blip r:embed="rId3">
            <a:alphaModFix/>
          </a:blip>
          <a:stretch/>
        </p:blipFill>
        <p:spPr bwMode="auto">
          <a:xfrm rot="10800000">
            <a:off x="0" y="6676749"/>
            <a:ext cx="7035731" cy="6970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0975480" name="Google Shape;131;p18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17433024" y="47127"/>
            <a:ext cx="7035731" cy="6970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_rels/theme3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White">
  <a:themeElements>
    <a:clrScheme name="Conference_base_color">
      <a:dk1>
        <a:srgbClr val="3A4862"/>
      </a:dk1>
      <a:lt1>
        <a:srgbClr val="FEFFFE"/>
      </a:lt1>
      <a:dk2>
        <a:srgbClr val="899AA0"/>
      </a:dk2>
      <a:lt2>
        <a:srgbClr val="F7F6FD"/>
      </a:lt2>
      <a:accent1>
        <a:srgbClr val="6B84EB"/>
      </a:accent1>
      <a:accent2>
        <a:srgbClr val="6C84EC"/>
      </a:accent2>
      <a:accent3>
        <a:srgbClr val="3C98FE"/>
      </a:accent3>
      <a:accent4>
        <a:srgbClr val="3C97FE"/>
      </a:accent4>
      <a:accent5>
        <a:srgbClr val="6C84EC"/>
      </a:accent5>
      <a:accent6>
        <a:srgbClr val="6B84EC"/>
      </a:accent6>
      <a:hlink>
        <a:srgbClr val="6B84EC"/>
      </a:hlink>
      <a:folHlink>
        <a:srgbClr val="6C84ED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2_White">
  <a:themeElements>
    <a:clrScheme name="Conference_base_color">
      <a:dk1>
        <a:srgbClr val="3A4862"/>
      </a:dk1>
      <a:lt1>
        <a:srgbClr val="FEFFFE"/>
      </a:lt1>
      <a:dk2>
        <a:srgbClr val="899AA0"/>
      </a:dk2>
      <a:lt2>
        <a:srgbClr val="F7F6FD"/>
      </a:lt2>
      <a:accent1>
        <a:srgbClr val="6B84EB"/>
      </a:accent1>
      <a:accent2>
        <a:srgbClr val="6C84EC"/>
      </a:accent2>
      <a:accent3>
        <a:srgbClr val="3C98FE"/>
      </a:accent3>
      <a:accent4>
        <a:srgbClr val="3C97FE"/>
      </a:accent4>
      <a:accent5>
        <a:srgbClr val="6C84EC"/>
      </a:accent5>
      <a:accent6>
        <a:srgbClr val="6B84EC"/>
      </a:accent6>
      <a:hlink>
        <a:srgbClr val="6B84EC"/>
      </a:hlink>
      <a:folHlink>
        <a:srgbClr val="6C84ED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3.xml><?xml version="1.0" encoding="utf-8"?>
<a:theme xmlns:a="http://schemas.openxmlformats.org/drawingml/2006/main" xmlns:r="http://schemas.openxmlformats.org/officeDocument/2006/relationships" xmlns:p="http://schemas.openxmlformats.org/presentationml/2006/main" name="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ONLYOFFICE/9.0.4.50</Application>
  <PresentationFormat>On-screen Show (4:3)</PresentationFormat>
  <Paragraphs>0</Paragraphs>
  <Slides>4</Slides>
  <Notes>4</Notes>
  <HiddenSlides>0</HiddenSlides>
  <MMClips>2</MMClips>
  <ScaleCrop>0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Theme 1</vt:lpstr>
      <vt:lpstr>Theme 2</vt:lpstr>
      <vt:lpstr>Slide 1</vt:lpstr>
      <vt:lpstr>Slide 2</vt:lpstr>
      <vt:lpstr>Slide 3</vt:lpstr>
      <vt:lpstr>Slide 4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Juan</dc:creator>
  <cp:lastModifiedBy/>
  <cp:revision>4</cp:revision>
  <dcterms:modified xsi:type="dcterms:W3CDTF">2025-08-22T12:26:12Z</dcterms:modified>
</cp:coreProperties>
</file>